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visplgeoind-my.sharepoint.com/my?id=%2Fpersonal%2Flp21229%5Favispl%5Fcom%2FDocuments%2FHow%20to%20Download%20NVX%20Dashboard&amp;viewid=75cae967%2D572f%2D4f41%2Dbbcd%2D72bc2275c1a8" TargetMode="External"/><Relationship Id="rId2" Type="http://schemas.openxmlformats.org/officeDocument/2006/relationships/hyperlink" Target="https://github.com/Luckyparihar11/NVX-Preview-Dashboard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8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3657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18320" y="3657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0" y="3657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32720" y="3657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9920" y="3657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247120" y="3657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0" y="11430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11430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75520" y="11430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32720" y="11430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89920" y="11430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247120" y="11430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0" y="19202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18320" y="19202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75520" y="19202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32720" y="19202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789920" y="19202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247120" y="19202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697479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18320" y="2697479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75520" y="2697479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332720" y="2697479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89920" y="2697479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247120" y="2697479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61120" y="347472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18320" y="347472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75520" y="347472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332720" y="347472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789920" y="347472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247120" y="347472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61120" y="42519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18320" y="42519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75520" y="42519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32720" y="42519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89920" y="42519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1247120" y="425196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61120" y="50292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418320" y="50292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875520" y="50292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332720" y="50292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789920" y="50292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247120" y="502920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961120" y="58064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418320" y="58064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875520" y="58064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332720" y="58064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789920" y="58064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247120" y="5806440"/>
            <a:ext cx="54864" cy="54864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AVOIP MONITOR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10972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NVX Preview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21031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6B6D4"/>
                </a:solidFill>
                <a:latin typeface="Calibri"/>
              </a:rPr>
              <a:t>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3246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Monitor all your Crestron DM-NVX devices from one screen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40480"/>
            <a:ext cx="3657600" cy="36576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Making Things Easier  |  AV-over-IP Monitoring Tool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Lucky Parihar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6263640"/>
            <a:ext cx="1371600" cy="320040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87968" y="62819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v1.0  Initial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is NVX Preview Dashboard?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A lightweight local monitoring tool for Crestron DM-NVX AV-over-IP devices.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73152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5BD8"/>
                </a:solidFill>
                <a:latin typeface="Calibri"/>
              </a:rPr>
              <a:t>ONE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See live JPEG previews of all NVX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devices on a single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661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9933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ONLINE /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Instantly know which devices are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online or offline at a glance.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9933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ANY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E293B"/>
                </a:solidFill>
                <a:latin typeface="Calibri"/>
              </a:rPr>
              <a:t>Works over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WiFi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or wired.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4B"/>
                </a:solidFill>
                <a:latin typeface="Calibri"/>
              </a:rPr>
              <a:t>Key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Auto-refresh every 10 seconds — configurable to 5s, 15s, 30s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017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956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Filter by location — Floor 1, Floor 2, Auditorium, Server Room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400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2943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E293B"/>
                </a:solidFill>
                <a:latin typeface="Calibri"/>
              </a:rPr>
              <a:t>Search by device name or IP address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78423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6327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E293B"/>
                </a:solidFill>
                <a:latin typeface="Calibri"/>
              </a:rPr>
              <a:t>Click any device card to expand full-size preview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167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97103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E293B"/>
                </a:solidFill>
                <a:latin typeface="Calibri"/>
              </a:rPr>
              <a:t>Credentials are protected — stops polling after 3 failed login attempts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8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Who Is This Built For?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1508760"/>
          </a:xfrm>
          <a:prstGeom prst="rect">
            <a:avLst/>
          </a:prstGeom>
          <a:solidFill>
            <a:srgbClr val="0D1B4B"/>
          </a:solidFill>
          <a:ln w="15240">
            <a:solidFill>
              <a:srgbClr val="105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4008" cy="1508760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4475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5BD8"/>
                </a:solidFill>
                <a:latin typeface="Calibri"/>
              </a:rPr>
              <a:t>Project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7451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Verify all NVX devices are live the moment commissioning starts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577840" cy="1508760"/>
          </a:xfrm>
          <a:prstGeom prst="rect">
            <a:avLst/>
          </a:prstGeom>
          <a:solidFill>
            <a:srgbClr val="0D1B4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44475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Service Engineers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7451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Diagnose faults from your seat — not your feet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577840" cy="1508760"/>
          </a:xfrm>
          <a:prstGeom prst="rect">
            <a:avLst/>
          </a:prstGeom>
          <a:solidFill>
            <a:srgbClr val="0D1B4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Resident Engineers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61187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Monitor your entire AV infrastructure from one screen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5577840" cy="1508760"/>
          </a:xfrm>
          <a:prstGeom prst="rect">
            <a:avLst/>
          </a:prstGeom>
          <a:solidFill>
            <a:srgbClr val="0D1B4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3182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Technicians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61187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Level 1 troubleshooting in under 60 seconds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5577840" cy="1508760"/>
          </a:xfrm>
          <a:prstGeom prst="rect">
            <a:avLst/>
          </a:prstGeom>
          <a:solidFill>
            <a:srgbClr val="0D1B4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754879"/>
            <a:ext cx="64008" cy="1508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491947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Commissioners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3492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Validate signal flow across all endpoints before client handover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79"/>
            <a:ext cx="5577840" cy="1508760"/>
          </a:xfrm>
          <a:prstGeom prst="rect">
            <a:avLst/>
          </a:prstGeom>
          <a:solidFill>
            <a:srgbClr val="0D1B4B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754879"/>
            <a:ext cx="64008" cy="15087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91947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AV Professionals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53492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Show clients a live system health view they will remember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Installation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669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30352" y="1435608"/>
            <a:ext cx="594360" cy="594360"/>
          </a:xfrm>
          <a:prstGeom prst="ellipse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35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904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4B"/>
                </a:solidFill>
                <a:latin typeface="Calibri"/>
              </a:rPr>
              <a:t>Install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148840"/>
            <a:ext cx="530352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Download from python.org/downloads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During install — tick  Add Python to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669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82512" y="1435608"/>
            <a:ext cx="594360" cy="594360"/>
          </a:xfrm>
          <a:prstGeom prst="ellipse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4904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4B"/>
                </a:solidFill>
                <a:latin typeface="Calibri"/>
              </a:rPr>
              <a:t>Install Packages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2148840"/>
            <a:ext cx="530352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pip install fastapi  uvicorn[standard]  aiohttp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5669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0352" y="3950207"/>
            <a:ext cx="594360" cy="594360"/>
          </a:xfrm>
          <a:prstGeom prst="ellipse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95020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050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4B"/>
                </a:solidFill>
                <a:latin typeface="Calibri"/>
              </a:rPr>
              <a:t>Add Your Devices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4663440"/>
            <a:ext cx="530352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Edit devices.json with NVX IP addresses,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2978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names, locations, and credentials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749039"/>
            <a:ext cx="5669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82512" y="3950207"/>
            <a:ext cx="594360" cy="594360"/>
          </a:xfrm>
          <a:prstGeom prst="ellipse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395020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050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4B"/>
                </a:solidFill>
                <a:latin typeface="Calibri"/>
              </a:rPr>
              <a:t>Run the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4663440"/>
            <a:ext cx="530352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47091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python app.py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12978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Browser opens at  http://localhost:8000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8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Configuring Your Devices — devices.json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Edit this file to add all your NVX devices. No Python knowledge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00" cy="4892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[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 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  <a:latin typeface="Consolas"/>
              </a:rPr>
              <a:t>    "id":           "nvx-01",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onsolas"/>
              </a:rPr>
              <a:t>    "name":         "Boardroom",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Consolas"/>
              </a:rPr>
              <a:t>    "ip":           "10.1.20.14",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8BFA"/>
                </a:solidFill>
                <a:latin typeface="Consolas"/>
              </a:rPr>
              <a:t>    "location":     "Floor 1",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onsolas"/>
              </a:rPr>
              <a:t>    "username":     "admin",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onsolas"/>
              </a:rPr>
              <a:t>    "password":     "Admin@123",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    "preview_path": "/preview/preview_540px.jpeg",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Consolas"/>
              </a:rPr>
              <a:t>    "use_https":   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578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 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Field Reference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920240"/>
            <a:ext cx="4754880" cy="36576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2057400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20756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84831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Unique ID per device  (nvx-01, nvx-02...)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578608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9168" y="25968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060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Display name on dashboard card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099815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168" y="31181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2724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IP address or hostname of NVX device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621024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3639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6484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Groups devices into filter tabs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142231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168" y="4160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username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169663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NVX web interface login username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663440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59168" y="46817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password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690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NVX web interface login password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5184648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9168" y="52029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preview_path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2120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Leave as default for all NVX devices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5705856"/>
            <a:ext cx="1097280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59168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onsolas"/>
              </a:rPr>
              <a:t>use_https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733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Set true — NVX uses HTTPS by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91440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4B"/>
                </a:solidFill>
                <a:latin typeface="Calibri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Source code, installation guide,
devices.json template and full documentation.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45720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822960" y="2795275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105BD8"/>
                </a:solidFill>
                <a:latin typeface="Consolas"/>
                <a:hlinkClick r:id="rId2"/>
              </a:rPr>
              <a:t>Go</a:t>
            </a:r>
            <a:r>
              <a:rPr lang="en-US" sz="1100" dirty="0">
                <a:solidFill>
                  <a:srgbClr val="105BD8"/>
                </a:solidFill>
                <a:latin typeface="Consolas"/>
                <a:hlinkClick r:id="rId2"/>
              </a:rPr>
              <a:t>-to-</a:t>
            </a:r>
            <a:r>
              <a:rPr lang="en-US" sz="1100" dirty="0" err="1">
                <a:solidFill>
                  <a:srgbClr val="105BD8"/>
                </a:solidFill>
                <a:latin typeface="Consolas"/>
                <a:hlinkClick r:id="rId2"/>
              </a:rPr>
              <a:t>github</a:t>
            </a:r>
            <a:endParaRPr sz="1100" b="0" i="0" dirty="0">
              <a:solidFill>
                <a:srgbClr val="105BD8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94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949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4B"/>
                </a:solidFill>
                <a:latin typeface="Calibri"/>
              </a:rPr>
              <a:t>Watch — How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Step-by-step video walkthrough covering
setup, configuration, and live demo.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697480"/>
            <a:ext cx="4572000" cy="457200"/>
          </a:xfrm>
          <a:prstGeom prst="rect">
            <a:avLst/>
          </a:prstGeom>
          <a:solidFill>
            <a:srgbClr val="E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0B981"/>
                </a:solidFill>
                <a:latin typeface="Consolas"/>
                <a:hlinkClick r:id="rId3"/>
              </a:rPr>
              <a:t>Video Link</a:t>
            </a:r>
            <a:endParaRPr sz="1100" b="0" i="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4B"/>
                </a:solidFill>
                <a:latin typeface="Calibri"/>
              </a:rPr>
              <a:t>Additional Resources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112471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526279"/>
            <a:ext cx="7315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07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B"/>
                </a:solidFill>
                <a:latin typeface="Calibri"/>
              </a:rPr>
              <a:t>Architecture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079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Full system architecture diagram showing all layers and data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84647"/>
            <a:ext cx="73152" cy="347472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1663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B"/>
                </a:solidFill>
                <a:latin typeface="Calibri"/>
              </a:rPr>
              <a:t>devices.json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16635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Ready-to-use template with all fields — just replace the IP addresses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43015"/>
            <a:ext cx="7315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2472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4B"/>
                </a:solidFill>
                <a:latin typeface="Calibri"/>
              </a:rPr>
              <a:t>Troubleshooting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824727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Step-by-step fixes for common issues — auth errors, offline devices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5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2023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7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752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5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7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7999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8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0392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69848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24712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795760" y="2286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5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7160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2023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46887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01752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1480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6344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1207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072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5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7999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0664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5528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0392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5256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60120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14984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69848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124712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795760" y="7772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295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37160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92023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46887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1752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56615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11480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6344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21207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76072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0935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857999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40664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5528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50392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05256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60120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14984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69848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24712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1795760" y="13258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7432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2295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7160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92023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46887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01752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56615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11480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66344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21207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76072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30935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857999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40664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95528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50392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05256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60120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14984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69848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24712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795760" y="187451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7432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2295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37160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92023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46887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01752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356615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11480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66344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21207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76072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30935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857999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40664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95528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50392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05256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960120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14984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069848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24712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1795760" y="242316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7432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2295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37160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92023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46887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01752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56615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411480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466344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521207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576072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30935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857999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40664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95528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50392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05256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60120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014984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069848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124712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1795760" y="29718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27432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82295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37160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92023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246887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01752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56615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11480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66344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21207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76072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30935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857999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40664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95528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850392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905256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960120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4984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069848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124712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1795760" y="352043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7432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2295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37160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192023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246887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301752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56615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411480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466344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521207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576072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30935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6857999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740664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795528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850392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5256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960120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14984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069848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124712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1795760" y="406908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27432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2295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37160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92023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246887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301752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356615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411480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466344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521207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76072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630935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6857999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740664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795528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850392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905256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960120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1014984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1069848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1124712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11795760" y="461772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27432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82295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137160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192023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46887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301752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356615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411480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466344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521207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576072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630935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6857999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740664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795528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850392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905256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960120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1014984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069848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124712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11795760" y="5166359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7432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82295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37160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192023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46887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301752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356615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411480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466344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521207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576072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630935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6857999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740664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795528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850392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905256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960120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1014984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1069848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1124712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11795760" y="571500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7432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82295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137160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192023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46887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301752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356615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411480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466344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521207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576072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30935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6857999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40664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95528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50392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905256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960120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1014984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1069848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1124712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11795760" y="6263640"/>
            <a:ext cx="36576" cy="36576"/>
          </a:xfrm>
          <a:prstGeom prst="rect">
            <a:avLst/>
          </a:prstGeom>
          <a:solidFill>
            <a:srgbClr val="1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0814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1371600" y="1097280"/>
            <a:ext cx="94457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1828800" y="1325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Get Stuck? Need Support?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82880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Contact me directly — I am happy to help you set this up on your project.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3200400" y="2606040"/>
            <a:ext cx="5788152" cy="36576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2743200" y="2788920"/>
            <a:ext cx="1097280" cy="384048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2743200" y="28072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977639" y="28254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Lucky Parihar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743200" y="3447287"/>
            <a:ext cx="1097280" cy="384048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2743200" y="3465575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Email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3977639" y="3483863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06B6D4"/>
                </a:solidFill>
                <a:latin typeface="Consolas"/>
              </a:rPr>
              <a:t>Lucky.Parihar@avispl.com</a:t>
            </a:r>
            <a:endParaRPr sz="1200" b="0" i="0" dirty="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2743200" y="4105656"/>
            <a:ext cx="1097280" cy="384048"/>
          </a:xfrm>
          <a:prstGeom prst="rect">
            <a:avLst/>
          </a:prstGeom>
          <a:solidFill>
            <a:srgbClr val="105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2743200" y="41239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LinkedIn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977639" y="4142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  <a:latin typeface="Consolas"/>
              </a:rPr>
              <a:t>linkedin.com/in/lucky-parihar-b90425208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82880" y="6492240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NVX Preview Dashboard  |  v1.0  |  Lucky Parihar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566</Words>
  <Application>Microsoft Office PowerPoint</Application>
  <PresentationFormat>Custom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Lucky Parihar</cp:lastModifiedBy>
  <cp:revision>2</cp:revision>
  <dcterms:created xsi:type="dcterms:W3CDTF">2013-01-27T09:14:16Z</dcterms:created>
  <dcterms:modified xsi:type="dcterms:W3CDTF">2026-03-23T18:09:06Z</dcterms:modified>
  <cp:category/>
</cp:coreProperties>
</file>