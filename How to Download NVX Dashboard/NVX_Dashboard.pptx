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08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3657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18320" y="3657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75520" y="3657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3657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789920" y="3657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247120" y="3657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61120" y="11430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0" y="11430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75520" y="11430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332720" y="11430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0" y="11430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47120" y="11430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19202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20" y="19202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75520" y="19202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32720" y="19202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89920" y="19202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247120" y="19202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97479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2697479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2697479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332720" y="2697479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89920" y="2697479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47120" y="2697479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1120" y="347472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0" y="347472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347472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332720" y="347472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789920" y="347472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47120" y="347472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1120" y="42519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18320" y="42519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75520" y="42519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332720" y="42519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89920" y="42519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47120" y="425196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61120" y="50292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18320" y="50292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75520" y="50292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332720" y="50292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89920" y="50292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247120" y="502920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20" y="58064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18320" y="58064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0" y="58064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32720" y="58064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789920" y="58064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47120" y="5806440"/>
            <a:ext cx="54864" cy="54864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320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alibri"/>
              </a:rPr>
              <a:t>AVOIP MONITOR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109728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NVX Preview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210312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06B6D4"/>
                </a:solidFill>
                <a:latin typeface="Calibri"/>
              </a:rPr>
              <a:t>Dashboard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32461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Monitor all your Crestron DM-NVX devices from one screen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840480"/>
            <a:ext cx="3657600" cy="36576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Making Things Easier  |  AV-over-IP Monitoring Tool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Lucky Parihar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9680" y="6263640"/>
            <a:ext cx="1371600" cy="320040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87968" y="62819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v1.0  Initial Release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is NVX Preview Dashboard?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A lightweight local monitoring tool for Crestron DM-NVX AV-over-IP devices.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566160" cy="73152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933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5BD8"/>
                </a:solidFill>
                <a:latin typeface="Calibri"/>
              </a:rPr>
              <a:t>ONE SCREEN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See live JPEG previews of all NVX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devices on a single dashboard.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35661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9933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alibri"/>
              </a:rPr>
              <a:t>ONLINE /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Instantly know which devices are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online or offline at a glance.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82880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5661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9933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ANY NETWORK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Works over WiFi or wired.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No complex setup required.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4B"/>
                </a:solidFill>
                <a:latin typeface="Calibri"/>
              </a:rPr>
              <a:t>Key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109728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617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Auto-refresh every 10 seconds — configurable to 5s, 15s, 30s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01768"/>
            <a:ext cx="109728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604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Filter by location — Floor 1, Floor 2, Auditorium, Server Room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40096"/>
            <a:ext cx="109728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9437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Search by device name or IP address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678423"/>
            <a:ext cx="109728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6327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Click any device card to expand full-size preview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016752"/>
            <a:ext cx="109728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971031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Calibri"/>
              </a:rPr>
              <a:t>Credentials are protected — stops polling after 3 failed login attempts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8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Who Is This Built For?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577840" cy="1508760"/>
          </a:xfrm>
          <a:prstGeom prst="rect">
            <a:avLst/>
          </a:prstGeom>
          <a:solidFill>
            <a:srgbClr val="0D1B4B"/>
          </a:solidFill>
          <a:ln w="15240">
            <a:solidFill>
              <a:srgbClr val="105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64008" cy="1508760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44751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5BD8"/>
                </a:solidFill>
                <a:latin typeface="Calibri"/>
              </a:rPr>
              <a:t>Project 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87451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Verify all NVX devices are live the moment commissioning starts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77840" cy="1508760"/>
          </a:xfrm>
          <a:prstGeom prst="rect">
            <a:avLst/>
          </a:prstGeom>
          <a:solidFill>
            <a:srgbClr val="0D1B4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64008" cy="1508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44751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Service Engineers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87451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Diagnose faults from your seat — not your feet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5577840" cy="1508760"/>
          </a:xfrm>
          <a:prstGeom prst="rect">
            <a:avLst/>
          </a:prstGeom>
          <a:solidFill>
            <a:srgbClr val="0D1B4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017520"/>
            <a:ext cx="64008" cy="1508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1821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Resident Engineers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61187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Monitor your entire AV infrastructure from one screen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017520"/>
            <a:ext cx="5577840" cy="1508760"/>
          </a:xfrm>
          <a:prstGeom prst="rect">
            <a:avLst/>
          </a:prstGeom>
          <a:solidFill>
            <a:srgbClr val="0D1B4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017520"/>
            <a:ext cx="64008" cy="1508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31821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Technicians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361187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Level 1 troubleshooting in under 60 seconds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79"/>
            <a:ext cx="5577840" cy="1508760"/>
          </a:xfrm>
          <a:prstGeom prst="rect">
            <a:avLst/>
          </a:prstGeom>
          <a:solidFill>
            <a:srgbClr val="0D1B4B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754879"/>
            <a:ext cx="64008" cy="150876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4919471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  <a:latin typeface="Calibri"/>
              </a:rPr>
              <a:t>Commissioners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534924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Validate signal flow across all endpoints before client handover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754879"/>
            <a:ext cx="5577840" cy="1508760"/>
          </a:xfrm>
          <a:prstGeom prst="rect">
            <a:avLst/>
          </a:prstGeom>
          <a:solidFill>
            <a:srgbClr val="0D1B4B"/>
          </a:solidFill>
          <a:ln w="1524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754879"/>
            <a:ext cx="64008" cy="150876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4919471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923C"/>
                </a:solidFill>
                <a:latin typeface="Calibri"/>
              </a:rPr>
              <a:t>AV Professionals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534924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Show clients a live system health view they will remember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Installation —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6692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30352" y="1435608"/>
            <a:ext cx="594360" cy="594360"/>
          </a:xfrm>
          <a:prstGeom prst="ellipse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3560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4904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4B"/>
                </a:solidFill>
                <a:latin typeface="Calibri"/>
              </a:rPr>
              <a:t>Install Python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2148840"/>
            <a:ext cx="5303520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Download from python.org/downloads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1518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During install — tick  Add Python to PATH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6692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435608"/>
            <a:ext cx="594360" cy="594360"/>
          </a:xfrm>
          <a:prstGeom prst="ellipse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3560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4904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4B"/>
                </a:solidFill>
                <a:latin typeface="Calibri"/>
              </a:rPr>
              <a:t>Install Packages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2512" y="2148840"/>
            <a:ext cx="5303520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pip install fastapi  uvicorn[standard]  aiohttp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749039"/>
            <a:ext cx="56692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352" y="3950207"/>
            <a:ext cx="594360" cy="594360"/>
          </a:xfrm>
          <a:prstGeom prst="ellipse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50207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0050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4B"/>
                </a:solidFill>
                <a:latin typeface="Calibri"/>
              </a:rPr>
              <a:t>Add Your Devices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4663440"/>
            <a:ext cx="5303520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59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Edit devices.json with NVX IP addresses,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129783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names, locations, and credentials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749039"/>
            <a:ext cx="56692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82512" y="3950207"/>
            <a:ext cx="594360" cy="594360"/>
          </a:xfrm>
          <a:prstGeom prst="ellipse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950207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0050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4B"/>
                </a:solidFill>
                <a:latin typeface="Calibri"/>
              </a:rPr>
              <a:t>Run the Dashboard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4663440"/>
            <a:ext cx="5303520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709159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python app.py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129783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Browser opens at  http://localhost:8000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8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Configuring Your Devices — devices.json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Edit this file to add all your NVX devices. No Python knowledge required.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6400800" cy="4892040"/>
          </a:xfrm>
          <a:prstGeom prst="rect">
            <a:avLst/>
          </a:prstGeom>
          <a:solidFill>
            <a:srgbClr val="0D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[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  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6B6D4"/>
                </a:solidFill>
                <a:latin typeface="Consolas"/>
              </a:rPr>
              <a:t>    "id":           "nvx-01",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0B981"/>
                </a:solidFill>
                <a:latin typeface="Consolas"/>
              </a:rPr>
              <a:t>    "name":         "Boardroom",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6324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Consolas"/>
              </a:rPr>
              <a:t>    "ip":           "10.1.20.14",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2900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78BFA"/>
                </a:solidFill>
                <a:latin typeface="Consolas"/>
              </a:rPr>
              <a:t>    "location":     "Floor 1",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9476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onsolas"/>
              </a:rPr>
              <a:t>    "username":     "admin",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6052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onsolas"/>
              </a:rPr>
              <a:t>    "password":     "Admin@123",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262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    "preview_path": "/preview/preview_540px.jpeg",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9204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Consolas"/>
              </a:rPr>
              <a:t>    "use_https":   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5780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 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2356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onsolas"/>
              </a:rPr>
              <a:t>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Field Reference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920240"/>
            <a:ext cx="4754880" cy="36576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2057400"/>
            <a:ext cx="1097280" cy="347472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168" y="20756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onsolas"/>
              </a:rPr>
              <a:t>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84831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Unique ID per device  (nvx-01, nvx-02...)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578608"/>
            <a:ext cx="1097280" cy="347472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259689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onsolas"/>
              </a:rPr>
              <a:t>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606039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Display name on dashboard card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3099815"/>
            <a:ext cx="1097280" cy="347472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168" y="3118103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onsolas"/>
              </a:rPr>
              <a:t>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127247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IP address or hostname of NVX device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3621024"/>
            <a:ext cx="1097280" cy="347472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363931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onsolas"/>
              </a:rPr>
              <a:t>location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4845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Groups devices into filter tabs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4142231"/>
            <a:ext cx="1097280" cy="347472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168" y="416051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onsolas"/>
              </a:rPr>
              <a:t>username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169663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NVX web interface login username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663440"/>
            <a:ext cx="1097280" cy="347472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9168" y="468172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onsolas"/>
              </a:rPr>
              <a:t>password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6908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NVX web interface login password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80" y="5184648"/>
            <a:ext cx="1097280" cy="347472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168" y="520293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onsolas"/>
              </a:rPr>
              <a:t>preview_path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521208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Leave as default for all NVX devices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5705856"/>
            <a:ext cx="1097280" cy="347472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59168" y="572414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onsolas"/>
              </a:rPr>
              <a:t>use_https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7332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Set true — NVX uses HTTPS by default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949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394960" cy="91440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4B"/>
                </a:solidFill>
                <a:latin typeface="Calibri"/>
              </a:rPr>
              <a:t>GitHub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Source code, installation guide,
devices.json template and full documentation.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97480"/>
            <a:ext cx="45720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5BD8"/>
                </a:solidFill>
                <a:latin typeface="Consolas"/>
              </a:rPr>
              <a:t>github.com/Luckyparihar11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3949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39496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173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4B"/>
                </a:solidFill>
                <a:latin typeface="Calibri"/>
              </a:rPr>
              <a:t>Watch — How to 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9202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Step-by-step video walkthrough covering
setup, configuration, and live demo.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697480"/>
            <a:ext cx="4572000" cy="457200"/>
          </a:xfrm>
          <a:prstGeom prst="rect">
            <a:avLst/>
          </a:prstGeom>
          <a:solidFill>
            <a:srgbClr val="EFF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743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onsolas"/>
              </a:rPr>
              <a:t>SharePoint Video Link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4B"/>
                </a:solidFill>
                <a:latin typeface="Calibri"/>
              </a:rPr>
              <a:t>Additional Resources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97680"/>
            <a:ext cx="11247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26279"/>
            <a:ext cx="7315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079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4B"/>
                </a:solidFill>
                <a:latin typeface="Calibri"/>
              </a:rPr>
              <a:t>Architecture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50799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Full system architecture diagram showing all layers and data flow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184647"/>
            <a:ext cx="73152" cy="347472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66359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4B"/>
                </a:solidFill>
                <a:latin typeface="Calibri"/>
              </a:rPr>
              <a:t>devices.json Template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5166359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Ready-to-use template with all fields — just replace the IP addresses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843015"/>
            <a:ext cx="73152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24727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4B"/>
                </a:solidFill>
                <a:latin typeface="Calibri"/>
              </a:rPr>
              <a:t>Troubleshooting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5824727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Step-by-step fixes for common issues — auth errors, offline devices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59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20239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68879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1752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59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12079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6072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59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7999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0664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8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0392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4984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24712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95760" y="2286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59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20239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468879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1752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66159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12079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72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59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7999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5528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50392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5256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4984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9848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24712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795760" y="7772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2959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20239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68879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1752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66159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66344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12079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76072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09359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857999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0664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95528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392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5256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0120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14984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69848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24712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795760" y="13258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432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2959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7160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20239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68879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01752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566159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344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212079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76072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309359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57999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40664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5528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50392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05256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60120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14984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69848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4712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795760" y="187451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7432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2959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7160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920239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468879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01752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566159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11480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66344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212079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76072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309359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857999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40664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95528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50392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05256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60120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4984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69848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24712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795760" y="242316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7432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22959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7160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920239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468879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01752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566159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11480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6344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212079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76072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309359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857999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40664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95528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50392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05256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60120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14984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069848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4712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1795760" y="29718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7432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22959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37160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920239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468879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01752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566159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1480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66344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212079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76072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309359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857999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40664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95528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50392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05256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60120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014984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9848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24712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795760" y="352043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7432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22959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37160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920239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468879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01752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566159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11480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66344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212079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6072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09359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57999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40664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95528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50392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05256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60120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4984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069848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24712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1795760" y="406908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432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22959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137160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920239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468879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01752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566159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11480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66344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212079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6072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309359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857999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740664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95528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50392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905256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960120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014984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069848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124712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1795760" y="461772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7432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822959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37160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920239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468879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01752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566159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11480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66344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5212079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76072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6309359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857999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740664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95528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50392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905256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60120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1014984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069848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124712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1795760" y="5166359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7432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822959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37160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920239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68879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1752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566159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11480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66344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212079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76072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309359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6857999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740664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95528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850392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905256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960120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014984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069848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124712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1795760" y="571500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27432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822959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37160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920239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468879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301752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3566159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411480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466344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5212079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576072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309359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857999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40664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795528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50392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05256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60120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4984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9848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24712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1795760" y="6263640"/>
            <a:ext cx="36576" cy="36576"/>
          </a:xfrm>
          <a:prstGeom prst="rect">
            <a:avLst/>
          </a:prstGeom>
          <a:solidFill>
            <a:srgbClr val="10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371600" y="1097280"/>
            <a:ext cx="9445752" cy="4663440"/>
          </a:xfrm>
          <a:prstGeom prst="rect">
            <a:avLst/>
          </a:prstGeom>
          <a:solidFill>
            <a:srgbClr val="081438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371600" y="1097280"/>
            <a:ext cx="9445752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828800" y="13258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Get Stuck? Need Support?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82880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ADCFC"/>
                </a:solidFill>
                <a:latin typeface="Calibri"/>
              </a:rPr>
              <a:t>Contact me directly — I am happy to help you set this up on your project.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3200400" y="2606040"/>
            <a:ext cx="5788152" cy="36576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2743200" y="2788920"/>
            <a:ext cx="1097280" cy="384048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2743200" y="2807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977639" y="282549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Lucky Parihar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2743200" y="3447287"/>
            <a:ext cx="1097280" cy="384048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2743200" y="3465575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3977639" y="3483863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B6D4"/>
                </a:solidFill>
                <a:latin typeface="Consolas"/>
              </a:rPr>
              <a:t>github.com/Luckyparihar11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2743200" y="4105656"/>
            <a:ext cx="1097280" cy="384048"/>
          </a:xfrm>
          <a:prstGeom prst="rect">
            <a:avLst/>
          </a:prstGeom>
          <a:solidFill>
            <a:srgbClr val="105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2743200" y="41239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LinkedIn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3977639" y="41422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B6D4"/>
                </a:solidFill>
                <a:latin typeface="Consolas"/>
              </a:rPr>
              <a:t>linkedin.com/in/lucky-parihar-b90425208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828800" y="507492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Open an issue on GitHub or drop a message on LinkedIn — responses within 24 hours.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82880" y="6492240"/>
            <a:ext cx="118231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NVX Preview Dashboard  |  v1.0  |  Lucky Parihar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